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6B35"/>
                </a:solidFill>
              </a:rPr>
              <a:t>LifeLine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E8ECF1"/>
                </a:solidFill>
              </a:rPr>
              <a:t>Smart City Disaster Response &amp; Evacuation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8593443" cy="815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8E9AA8"/>
                </a:solidFill>
              </a:rPr>
              <a:t>A DSA-driven full-stack project — every data structure and algorithm written from scratch in C++17</a:t>
            </a:r>
          </a:p>
          <a:p>
            <a:pPr>
              <a:spcBef>
                <a:spcPts val="1800"/>
              </a:spcBef>
            </a:pPr>
            <a:r>
              <a:rPr sz="1600" dirty="0">
                <a:solidFill>
                  <a:srgbClr val="E8ECF1"/>
                </a:solidFill>
              </a:rPr>
              <a:t>Team: </a:t>
            </a:r>
            <a:r>
              <a:rPr lang="en-IN" sz="1600" dirty="0">
                <a:solidFill>
                  <a:srgbClr val="E8ECF1"/>
                </a:solidFill>
              </a:rPr>
              <a:t>Ishaan Sandhwar</a:t>
            </a:r>
            <a:r>
              <a:rPr sz="1600" dirty="0">
                <a:solidFill>
                  <a:srgbClr val="E8ECF1"/>
                </a:solidFill>
              </a:rPr>
              <a:t>  ·  </a:t>
            </a:r>
            <a:r>
              <a:rPr lang="en-IN" sz="1600" dirty="0">
                <a:solidFill>
                  <a:srgbClr val="E8ECF1"/>
                </a:solidFill>
              </a:rPr>
              <a:t>Harsh Sharma</a:t>
            </a:r>
            <a:r>
              <a:rPr sz="1600" dirty="0">
                <a:solidFill>
                  <a:srgbClr val="E8ECF1"/>
                </a:solidFill>
              </a:rPr>
              <a:t>  ·  </a:t>
            </a:r>
            <a:r>
              <a:rPr lang="en-IN" sz="1600" dirty="0">
                <a:solidFill>
                  <a:srgbClr val="E8ECF1"/>
                </a:solidFill>
              </a:rPr>
              <a:t>Piyush Priyanshu</a:t>
            </a:r>
            <a:r>
              <a:rPr sz="1600" dirty="0">
                <a:solidFill>
                  <a:srgbClr val="E8ECF1"/>
                </a:solidFill>
              </a:rPr>
              <a:t>  ·  </a:t>
            </a:r>
            <a:r>
              <a:rPr lang="en-IN" sz="1600" dirty="0">
                <a:solidFill>
                  <a:srgbClr val="E8ECF1"/>
                </a:solidFill>
              </a:rPr>
              <a:t>Deepak Kumar Behera</a:t>
            </a:r>
            <a:r>
              <a:rPr sz="1600" dirty="0">
                <a:solidFill>
                  <a:srgbClr val="E8ECF1"/>
                </a:solidFill>
              </a:rPr>
              <a:t> ·</a:t>
            </a:r>
            <a:r>
              <a:rPr lang="en-IN" sz="1600" dirty="0">
                <a:solidFill>
                  <a:srgbClr val="E8ECF1"/>
                </a:solidFill>
              </a:rPr>
              <a:t>  Aditya Shukla</a:t>
            </a:r>
            <a:endParaRPr sz="1600" dirty="0">
              <a:solidFill>
                <a:srgbClr val="E8ECF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When disaster strikes a city, minutes decide lives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Floods, fires, gas leaks spread outward — roads close in real time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Emergency response raises hard computational questions: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Fastest route for an ambulance when half the roads are blocked?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How many people per hour can actually evacuate a zone?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Which rescue unit goes to which emergency first?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Which single road or junction, if lost, splits the city apart?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Every one of these is a classic graph problem in disguise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LifeLine —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Fictional smart city “Indrapur” modelled as a weighted graph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C++17 engine answers every question with classic algorithms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Single static binary — REST API + React command center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Zero external dependencies, runs anywhere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10+ algorithms, 4 custom data structures, 96 automated checks</a:t>
            </a:r>
          </a:p>
        </p:txBody>
      </p:sp>
      <p:pic>
        <p:nvPicPr>
          <p:cNvPr id="6" name="Picture 5" descr="ui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034665"/>
          </a:xfrm>
          <a:prstGeom prst="rect">
            <a:avLst/>
          </a:prstGeom>
          <a:ln w="15875">
            <a:solidFill>
              <a:srgbClr val="FF6B35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Modelling the City: Indrapur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40 locations, 83 roads → weighted undirected graph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Nodes: hospitals, shelters, fire stations, residential zones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Edges: distance, travel time, and road capacity as weights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City lives in city_graph.json — engine is city-agnostic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Python generator tool rebuilds the city, keeps A* heuristic admissible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Adjacency list representation — O(V + E) 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Custom Data Structures — No STL Shortcuts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Binary min-heap — priority queue driving Dijkstra &amp; A*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insert / extract-min in O(log n)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Binary max-heap — emergency triage by severity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Hash map — separate chaining with djb2 hash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O(1) average lookup for location names → node IDs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Trie — prefix search / autocomplete over location names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Union-Find — path compression + union by rank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near-O(1) connectivity checks, powers Kruskal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Routing Engine — 4 Algorithms, Compared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Dijkstra — O((V+E) log V) on our custom min-heap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A* — admissible straight-line heuristic, fewer nodes expanded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Bellman-Ford — handles risk-adjusted (negative-safe) weights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Floyd-Warshall — all-pairs, O(V³), precomputed matrix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UI races all four on the same query — paths + nodes explored</a:t>
            </a:r>
          </a:p>
        </p:txBody>
      </p:sp>
      <p:pic>
        <p:nvPicPr>
          <p:cNvPr id="6" name="Picture 5" descr="ui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034665"/>
          </a:xfrm>
          <a:prstGeom prst="rect">
            <a:avLst/>
          </a:prstGeom>
          <a:ln w="15875">
            <a:solidFill>
              <a:srgbClr val="FF6B35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Disaster Simulation — BFS Spread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Disaster starts at one node, spreads level-by-level via BFS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Each BFS ring = one time step of the spreading hazard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Affected roads get blocked or heavily re-weighted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Routing engine instantly reroutes around the danger zone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Map shows live disaster zones and detour paths</a:t>
            </a:r>
          </a:p>
        </p:txBody>
      </p:sp>
      <p:pic>
        <p:nvPicPr>
          <p:cNvPr id="6" name="Picture 5" descr="ui_dis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034665"/>
          </a:xfrm>
          <a:prstGeom prst="rect">
            <a:avLst/>
          </a:prstGeom>
          <a:ln w="15875">
            <a:solidFill>
              <a:srgbClr val="FF6B35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Evacuation Capacity — Max-Flow / Min-Cut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Question: how many people/hour can escape zone → shelters?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Edmonds-Karp max-flow — BFS augmenting paths, O(V E²)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Road capacities become edge capacities in the flow network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Max-flow value = true evacuation throughput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Min-cut exposes the exact bottleneck roads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widen these roads first — direct planning insight</a:t>
            </a:r>
          </a:p>
        </p:txBody>
      </p:sp>
      <p:pic>
        <p:nvPicPr>
          <p:cNvPr id="6" name="Picture 5" descr="ui_evac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034665"/>
          </a:xfrm>
          <a:prstGeom prst="rect">
            <a:avLst/>
          </a:prstGeom>
          <a:ln w="15875">
            <a:solidFill>
              <a:srgbClr val="FF6B35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Dispatch &amp; Supply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Emergencies ranked by severity in the custom max-heap (triage)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Greedy dispatch — nearest available unit via Dijkstra distances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Supply truck loading = 0/1 knapsack, solved with DP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maximize utility of medicine/food/equipment under weight limit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Every dispatched unit drawn with its actual route on the map</a:t>
            </a:r>
          </a:p>
        </p:txBody>
      </p:sp>
      <p:pic>
        <p:nvPicPr>
          <p:cNvPr id="6" name="Picture 5" descr="ui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034665"/>
          </a:xfrm>
          <a:prstGeom prst="rect">
            <a:avLst/>
          </a:prstGeom>
          <a:ln w="15875">
            <a:solidFill>
              <a:srgbClr val="FF6B35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Network Resilience — Finding Weak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Tarjan’s algorithm in one O(V+E) DFS pass: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bridges — roads whose loss disconnects the city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articulation points — critical junctions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Prim &amp; Kruskal — minimum spanning tree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the minimal road backbone to keep every zone reachable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Union-Find verifies connectivity after simulated failures</a:t>
            </a:r>
          </a:p>
        </p:txBody>
      </p:sp>
      <p:pic>
        <p:nvPicPr>
          <p:cNvPr id="6" name="Picture 5" descr="ui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394960" cy="3034665"/>
          </a:xfrm>
          <a:prstGeom prst="rect">
            <a:avLst/>
          </a:prstGeom>
          <a:ln w="15875">
            <a:solidFill>
              <a:srgbClr val="FF6B35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Engineering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Zero-dependency C++17 — one static binary serves API + React UI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REST API via header-only cpp-httplib; JSON via nlohmann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React (Vite) command center — dark interactive map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History log: SQLite (optional) with JSONL fallback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96 automated checks across 5 test suites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every algorithm cross-verified against an independent Python implementation on the real city graph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Builds on Linux, macOS, Windows (MSYS2) — also runs in Docker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Speaker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ECF1"/>
                </a:solidFill>
              </a:rPr>
              <a:t>Future Scope &amp;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Real city graphs from OpenStreetMap (10k+ nodes)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Time-varying road capacities as the disaster spreads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Multi-objective dispatch — time vs coverage vs supplies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Real hazard models: flood zones, historical disaster data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CF1"/>
                </a:solidFill>
              </a:rPr>
              <a:t>▪  Takeaway: textbook DSA is not just for exams —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8E9AA8"/>
                </a:solidFill>
              </a:rPr>
              <a:t>      –  every algorithm here runs in a production path with a purpose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24160" y="64465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E9AA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282013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dirty="0">
                <a:solidFill>
                  <a:srgbClr val="E8ECF1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6B35"/>
                </a:solidFill>
              </a:rPr>
              <a:t>github.com/TheGodVishnu21/lifeline  ·  live demo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877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Ishaan Sandhwar</cp:lastModifiedBy>
  <cp:revision>3</cp:revision>
  <dcterms:created xsi:type="dcterms:W3CDTF">2013-01-27T09:14:16Z</dcterms:created>
  <dcterms:modified xsi:type="dcterms:W3CDTF">2026-07-19T05:55:37Z</dcterms:modified>
  <cp:category/>
</cp:coreProperties>
</file>